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0B0D"/>
    <a:srgbClr val="686E75"/>
    <a:srgbClr val="080A0C"/>
    <a:srgbClr val="0B0C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C4E42F-7305-4EA9-B36E-3470E45A69BB}" v="1" dt="2026-10-22T07:00:17.8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av Tiwary" userId="6431d50e7c7774ba" providerId="LiveId" clId="{46292124-E10D-4F7C-A407-9BF8E92B71A5}"/>
    <pc:docChg chg="modSld">
      <pc:chgData name="Madhav Tiwary" userId="6431d50e7c7774ba" providerId="LiveId" clId="{46292124-E10D-4F7C-A407-9BF8E92B71A5}" dt="2026-10-22T07:00:17.896" v="31"/>
      <pc:docMkLst>
        <pc:docMk/>
      </pc:docMkLst>
      <pc:sldChg chg="modSp mod">
        <pc:chgData name="Madhav Tiwary" userId="6431d50e7c7774ba" providerId="LiveId" clId="{46292124-E10D-4F7C-A407-9BF8E92B71A5}" dt="2026-10-22T06:59:06.823" v="2" actId="1076"/>
        <pc:sldMkLst>
          <pc:docMk/>
          <pc:sldMk cId="0" sldId="256"/>
        </pc:sldMkLst>
        <pc:spChg chg="mod">
          <ac:chgData name="Madhav Tiwary" userId="6431d50e7c7774ba" providerId="LiveId" clId="{46292124-E10D-4F7C-A407-9BF8E92B71A5}" dt="2026-10-22T06:59:06.823" v="2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Madhav Tiwary" userId="6431d50e7c7774ba" providerId="LiveId" clId="{46292124-E10D-4F7C-A407-9BF8E92B71A5}" dt="2026-10-22T06:59:04.640" v="1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Madhav Tiwary" userId="6431d50e7c7774ba" providerId="LiveId" clId="{46292124-E10D-4F7C-A407-9BF8E92B71A5}" dt="2026-10-22T06:58:52.962" v="0" actId="1076"/>
          <ac:spMkLst>
            <pc:docMk/>
            <pc:sldMk cId="0" sldId="256"/>
            <ac:spMk id="7" creationId="{00000000-0000-0000-0000-000000000000}"/>
          </ac:spMkLst>
        </pc:spChg>
      </pc:sldChg>
      <pc:sldChg chg="modSp">
        <pc:chgData name="Madhav Tiwary" userId="6431d50e7c7774ba" providerId="LiveId" clId="{46292124-E10D-4F7C-A407-9BF8E92B71A5}" dt="2026-10-22T07:00:17.896" v="31"/>
        <pc:sldMkLst>
          <pc:docMk/>
          <pc:sldMk cId="0" sldId="259"/>
        </pc:sldMkLst>
        <pc:spChg chg="mod">
          <ac:chgData name="Madhav Tiwary" userId="6431d50e7c7774ba" providerId="LiveId" clId="{46292124-E10D-4F7C-A407-9BF8E92B71A5}" dt="2026-10-22T07:00:17.896" v="31"/>
          <ac:spMkLst>
            <pc:docMk/>
            <pc:sldMk cId="0" sldId="259"/>
            <ac:spMk id="2" creationId="{00000000-0000-0000-0000-000000000000}"/>
          </ac:spMkLst>
        </pc:spChg>
      </pc:sldChg>
      <pc:sldChg chg="modSp mod">
        <pc:chgData name="Madhav Tiwary" userId="6431d50e7c7774ba" providerId="LiveId" clId="{46292124-E10D-4F7C-A407-9BF8E92B71A5}" dt="2026-10-22T07:00:09.571" v="30" actId="20577"/>
        <pc:sldMkLst>
          <pc:docMk/>
          <pc:sldMk cId="0" sldId="260"/>
        </pc:sldMkLst>
        <pc:spChg chg="mod">
          <ac:chgData name="Madhav Tiwary" userId="6431d50e7c7774ba" providerId="LiveId" clId="{46292124-E10D-4F7C-A407-9BF8E92B71A5}" dt="2026-10-22T07:00:09.571" v="30" actId="20577"/>
          <ac:spMkLst>
            <pc:docMk/>
            <pc:sldMk cId="0" sldId="260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s-tutor.lovable.app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os-tutor.lovable.app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s-tutor-api.onrender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82816" y="1403986"/>
            <a:ext cx="9506136" cy="545401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9748" y="411479"/>
            <a:ext cx="109728" cy="6161849"/>
          </a:xfrm>
          <a:prstGeom prst="rect">
            <a:avLst/>
          </a:prstGeom>
          <a:solidFill>
            <a:srgbClr val="F0A0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39496" y="314862"/>
            <a:ext cx="49662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LAB · COURSE PROJECT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39496" y="592634"/>
            <a:ext cx="3252157" cy="868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2F2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 Tutor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5747435" y="454906"/>
            <a:ext cx="405208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an LLM-Based Tutor to Teach Operating System Concepts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39496" y="3629563"/>
            <a:ext cx="281850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Madhav Tiwary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Reg. No. 24BCE2576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Faculty: Jagalingam P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CSE, VIT , Vellore 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2026-27</a:t>
            </a:r>
            <a:endParaRPr lang="en-US" sz="1800" dirty="0"/>
          </a:p>
        </p:txBody>
      </p:sp>
      <p:sp>
        <p:nvSpPr>
          <p:cNvPr id="9" name="Text 6">
            <a:hlinkClick r:id="rId4"/>
          </p:cNvPr>
          <p:cNvSpPr/>
          <p:nvPr/>
        </p:nvSpPr>
        <p:spPr>
          <a:xfrm>
            <a:off x="539496" y="5343654"/>
            <a:ext cx="41901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u="sng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os-tutor.lovable.app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AND OBJECTIVE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030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LLM tutor grounded in course notes</a:t>
            </a:r>
            <a:endParaRPr lang="en-US" sz="3600" dirty="0">
              <a:solidFill>
                <a:srgbClr val="7030A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General chatbots can make up facts and get scheduling arithmetic wrong. OS Tutor answers only from the course material and solves lab numericals exactly.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606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606040" cy="91440"/>
          </a:xfrm>
          <a:prstGeom prst="rect">
            <a:avLst/>
          </a:prstGeom>
          <a:solidFill>
            <a:srgbClr val="F0A0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A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E20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Grounded answers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43434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answers come only from the 7 course modules, with module and page shown.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83280" y="2606040"/>
            <a:ext cx="2606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383280" y="2606040"/>
            <a:ext cx="2606040" cy="91440"/>
          </a:xfrm>
          <a:prstGeom prst="rect">
            <a:avLst/>
          </a:prstGeom>
          <a:solidFill>
            <a:srgbClr val="F0A0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11880" y="2880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A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611880" y="3566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E20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Exact numericals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11880" y="43434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FCFS, SJF, Priority and Round Robin solved by code, with Gantt chart and averages.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7920" y="2606040"/>
            <a:ext cx="2606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217920" y="2606040"/>
            <a:ext cx="2606040" cy="91440"/>
          </a:xfrm>
          <a:prstGeom prst="rect">
            <a:avLst/>
          </a:prstGeom>
          <a:solidFill>
            <a:srgbClr val="F0A0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46520" y="2880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A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46520" y="3566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E20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46520" y="43434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Course-based quiz questions; +10 right, -5 wrong plus a short lesson.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052560" y="2606040"/>
            <a:ext cx="2606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052560" y="2606040"/>
            <a:ext cx="2606040" cy="91440"/>
          </a:xfrm>
          <a:prstGeom prst="rect">
            <a:avLst/>
          </a:prstGeom>
          <a:solidFill>
            <a:srgbClr val="F0A0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281160" y="2880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A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9281160" y="3566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E20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 to run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281160" y="43434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Render, Groq and Lovable Cloud on free plans; live on the web.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Tutor  ·  OS Lab Project  ·  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/ ARCHITECTURE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 question flows through the system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7665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691640"/>
            <a:ext cx="6492240" cy="4389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80960" y="1600200"/>
            <a:ext cx="502920" cy="502920"/>
          </a:xfrm>
          <a:prstGeom prst="ellipse">
            <a:avLst/>
          </a:prstGeom>
          <a:solidFill>
            <a:srgbClr val="F0A0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6809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026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21040" y="15544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Student asks a question or picks a quiz topic.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680960" y="2468880"/>
            <a:ext cx="502920" cy="502920"/>
          </a:xfrm>
          <a:prstGeom prst="ellipse">
            <a:avLst/>
          </a:prstGeom>
          <a:solidFill>
            <a:srgbClr val="F0A0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6809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026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321040" y="24231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Sorts it: theory, numerical, missing input or unsupported.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680960" y="3337560"/>
            <a:ext cx="502920" cy="502920"/>
          </a:xfrm>
          <a:prstGeom prst="ellipse">
            <a:avLst/>
          </a:prstGeom>
          <a:solidFill>
            <a:srgbClr val="F0A0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68096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026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321040" y="32918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BGE-small embeddings + FAISS search over 149 course chunks.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680960" y="4206240"/>
            <a:ext cx="502920" cy="502920"/>
          </a:xfrm>
          <a:prstGeom prst="ellipse">
            <a:avLst/>
          </a:prstGeom>
          <a:solidFill>
            <a:srgbClr val="F0A0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768096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026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321040" y="41605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Groq LLM writes from those chunks only; cleanup fixes text.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7680960" y="5074920"/>
            <a:ext cx="502920" cy="502920"/>
          </a:xfrm>
          <a:prstGeom prst="ellipse">
            <a:avLst/>
          </a:prstGeom>
          <a:solidFill>
            <a:srgbClr val="F0A0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768096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026"/>
                </a:solidFill>
              </a:rPr>
              <a:t>5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321040" y="50292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Solver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Numericals go to exact code solvers, never the LLM.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Tutor  ·  OS Lab Project  · 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400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Development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F2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Kaggle prototype to an exact lab solver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54480"/>
            <a:ext cx="6035040" cy="42428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8521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A6B0"/>
                </a:solidFill>
              </a:rPr>
              <a:t>Numerical Lab: exact Gantt chart, completion, waiting and turnaround times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949440" y="1554480"/>
            <a:ext cx="4663440" cy="960120"/>
          </a:xfrm>
          <a:prstGeom prst="rect">
            <a:avLst/>
          </a:prstGeom>
          <a:solidFill>
            <a:srgbClr val="2225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6949440" y="1554480"/>
            <a:ext cx="73152" cy="960120"/>
          </a:xfrm>
          <a:prstGeom prst="rect">
            <a:avLst/>
          </a:prstGeom>
          <a:solidFill>
            <a:srgbClr val="F0A0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178040" y="160020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→ 2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RAG prototype with Qwen3-8B; text cleanup and accuracy scoring added.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949440" y="2633472"/>
            <a:ext cx="4663440" cy="960120"/>
          </a:xfrm>
          <a:prstGeom prst="rect">
            <a:avLst/>
          </a:prstGeom>
          <a:solidFill>
            <a:srgbClr val="2225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949440" y="2633472"/>
            <a:ext cx="73152" cy="960120"/>
          </a:xfrm>
          <a:prstGeom prst="rect">
            <a:avLst/>
          </a:prstGeom>
          <a:solidFill>
            <a:srgbClr val="F0A0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178040" y="2679192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solvers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FCFS, SJF, Priority, Round Robin with idle gaps; four input formats.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949440" y="3712464"/>
            <a:ext cx="4663440" cy="960120"/>
          </a:xfrm>
          <a:prstGeom prst="rect">
            <a:avLst/>
          </a:prstGeom>
          <a:solidFill>
            <a:srgbClr val="2225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949440" y="3712464"/>
            <a:ext cx="73152" cy="960120"/>
          </a:xfrm>
          <a:prstGeom prst="rect">
            <a:avLst/>
          </a:prstGeom>
          <a:solidFill>
            <a:srgbClr val="F0A0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178040" y="3758184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routing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asks the student; unsupported algorithms are declined.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949440" y="4791456"/>
            <a:ext cx="4663440" cy="960120"/>
          </a:xfrm>
          <a:prstGeom prst="rect">
            <a:avLst/>
          </a:prstGeom>
          <a:solidFill>
            <a:srgbClr val="2225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6949440" y="4791456"/>
            <a:ext cx="73152" cy="960120"/>
          </a:xfrm>
          <a:prstGeom prst="rect">
            <a:avLst/>
          </a:prstGeom>
          <a:solidFill>
            <a:srgbClr val="F0A0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7178040" y="4837176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Out-of-syllabus questions get "not in course material" instead of a guess.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Tutor  ·  OS Lab Project  ·  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Development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F2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 deployment and the evaluation loop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54480"/>
            <a:ext cx="3657600" cy="20848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7033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8B model needs 6.6 GB; Render free has 0.5 GB. Retrieval stays on CPU (0.416 GB peak) and Groq writes the answer.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" y="4983480"/>
            <a:ext cx="3657600" cy="7863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5852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A6B0"/>
                </a:solidFill>
              </a:rPr>
              <a:t>Kaggle → GitHub → Render Blueprint → live site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72000" y="1554480"/>
            <a:ext cx="3429000" cy="1929384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229600" y="1554480"/>
            <a:ext cx="3383280" cy="224942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572000" y="35204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A6B0"/>
                </a:solidFill>
              </a:rPr>
              <a:t>Evaluation question</a:t>
            </a:r>
            <a:endParaRPr lang="en-US" sz="1300" dirty="0"/>
          </a:p>
        </p:txBody>
      </p:sp>
      <p:sp>
        <p:nvSpPr>
          <p:cNvPr id="11" name="Text 5"/>
          <p:cNvSpPr/>
          <p:nvPr/>
        </p:nvSpPr>
        <p:spPr>
          <a:xfrm>
            <a:off x="8229600" y="3840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A6B0"/>
                </a:solidFill>
              </a:rPr>
              <a:t>Understanding page</a:t>
            </a:r>
            <a:endParaRPr lang="en-US" sz="1300" dirty="0"/>
          </a:p>
        </p:txBody>
      </p:sp>
      <p:sp>
        <p:nvSpPr>
          <p:cNvPr id="12" name="Shape 6"/>
          <p:cNvSpPr/>
          <p:nvPr/>
        </p:nvSpPr>
        <p:spPr>
          <a:xfrm>
            <a:off x="4572000" y="4251960"/>
            <a:ext cx="7040880" cy="1965960"/>
          </a:xfrm>
          <a:prstGeom prst="rect">
            <a:avLst/>
          </a:prstGeom>
          <a:solidFill>
            <a:srgbClr val="2225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7"/>
          <p:cNvSpPr/>
          <p:nvPr/>
        </p:nvSpPr>
        <p:spPr>
          <a:xfrm>
            <a:off x="4754880" y="4343400"/>
            <a:ext cx="6766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written from retrieved course chunks and strictly checked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+10, wrong -5 with a lesson; score 0-100% per topic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saved per student account, across 15 topics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CORS for each site address, free-host wake-up, busy-tutor messages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Tutor  ·  OS Lab Project  ·  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F2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free OS Lab tutor, live today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0A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149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A0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chunks indexed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83280" y="16459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0A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3383280" y="2651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A0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algorithms solved exactly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0" y="16459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0A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6217920" y="2651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A0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tracked to 100%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052560" y="16459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0A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9052560" y="2651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A0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cost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5394960" cy="2606040"/>
          </a:xfrm>
          <a:prstGeom prst="rect">
            <a:avLst/>
          </a:prstGeom>
          <a:solidFill>
            <a:srgbClr val="2225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" y="3749040"/>
            <a:ext cx="4937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answers from course notes, exact lab numericals with Gantt charts, and a quiz that teaches after mistakes, all live on the web.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3611880"/>
            <a:ext cx="5394960" cy="2606040"/>
          </a:xfrm>
          <a:prstGeom prst="rect">
            <a:avLst/>
          </a:prstGeom>
          <a:solidFill>
            <a:srgbClr val="2225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46520" y="3749040"/>
            <a:ext cx="4937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Preemptive algorithms (SRTF, preemptive Priority)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replacement and disk scheduling numericals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hosting to remove wake-up delay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Tutor  ·  OS Lab Project  ·  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Sources and links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7315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A. Silberschatz, P. B. Galvin, G. Gagne, Operating System Concepts, 10th ed., Wiley.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VIT University, Operating Systems course notes, Modules 1-7.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P. Lewis et al., "Retrieval-Augmented Generation for Knowledge-Intensive NLP Tasks," NeurIPS 2020.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S. Xiao et al., "C-Pack: Packaged Resources To Advance General Chinese Embedding" (BGE models), 2023.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J. Johnson, M. Douze, H. Jégou, "Billion-scale similarity search with GPUs" (FAISS), IEEE Trans. Big Data, 2019.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Qwen Team, Qwen3 Technical Report, 2025.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Documentation: FastAPI, Groq, Render, TanStack Start.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0" y="1554480"/>
            <a:ext cx="3383280" cy="2194560"/>
          </a:xfrm>
          <a:prstGeom prst="rect">
            <a:avLst/>
          </a:prstGeom>
          <a:solidFill>
            <a:srgbClr val="1618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458200" y="17373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website</a:t>
            </a:r>
            <a:endParaRPr lang="en-US" sz="1600" dirty="0"/>
          </a:p>
          <a:p>
            <a:pPr marL="0" indent="0">
              <a:buNone/>
            </a:pPr>
            <a:r>
              <a:rPr lang="en-US" sz="1600" u="sng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os-tutor.lovable.app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API</a:t>
            </a:r>
            <a:endParaRPr lang="en-US" sz="1600" dirty="0"/>
          </a:p>
          <a:p>
            <a:pPr marL="0" indent="0">
              <a:buNone/>
            </a:pPr>
            <a:r>
              <a:rPr lang="en-US" sz="1600" u="sng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os-tutor-api.onrender.com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Tutor  ·  OS Lab Project  ·  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689</Words>
  <Application>Microsoft Office PowerPoint</Application>
  <PresentationFormat>Widescreen</PresentationFormat>
  <Paragraphs>105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 Tutor - OS Lab Project</dc:title>
  <dc:subject>PptxGenJS Presentation</dc:subject>
  <dc:creator>Madhav Tiwary</dc:creator>
  <cp:lastModifiedBy>Madhav Tiwary</cp:lastModifiedBy>
  <cp:revision>2</cp:revision>
  <dcterms:created xsi:type="dcterms:W3CDTF">2026-10-22T06:44:59Z</dcterms:created>
  <dcterms:modified xsi:type="dcterms:W3CDTF">2026-10-22T07:00:23Z</dcterms:modified>
</cp:coreProperties>
</file>